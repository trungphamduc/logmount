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1040" r:id="rId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62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66FF33"/>
    <a:srgbClr val="008000"/>
    <a:srgbClr val="006600"/>
    <a:srgbClr val="FFFF00"/>
    <a:srgbClr val="E6E6E6"/>
    <a:srgbClr val="FFFFCC"/>
    <a:srgbClr val="000000"/>
    <a:srgbClr val="CC99FF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79" autoAdjust="0"/>
    <p:restoredTop sz="95110" autoAdjust="0"/>
  </p:normalViewPr>
  <p:slideViewPr>
    <p:cSldViewPr snapToGrid="0">
      <p:cViewPr varScale="1">
        <p:scale>
          <a:sx n="73" d="100"/>
          <a:sy n="73" d="100"/>
        </p:scale>
        <p:origin x="1218" y="54"/>
      </p:cViewPr>
      <p:guideLst>
        <p:guide orient="horz" pos="4320"/>
        <p:guide pos="6240"/>
      </p:guideLst>
    </p:cSldViewPr>
  </p:slideViewPr>
  <p:outlineViewPr>
    <p:cViewPr>
      <p:scale>
        <a:sx n="33" d="100"/>
        <a:sy n="33" d="100"/>
      </p:scale>
      <p:origin x="0" y="-405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070"/>
    </p:cViewPr>
  </p:sorterViewPr>
  <p:notesViewPr>
    <p:cSldViewPr snapToGrid="0" showGuides="1">
      <p:cViewPr varScale="1">
        <p:scale>
          <a:sx n="52" d="100"/>
          <a:sy n="52" d="100"/>
        </p:scale>
        <p:origin x="286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03C93B-A07B-42C2-9604-E2A7672114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34D9A-9A24-44B7-843F-4358296229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07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0F55CE-0F24-4305-84F1-46D974BC18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301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" name="Text Box 13"/>
          <p:cNvSpPr txBox="1">
            <a:spLocks noChangeArrowheads="1"/>
          </p:cNvSpPr>
          <p:nvPr userDrawn="1"/>
        </p:nvSpPr>
        <p:spPr bwMode="auto">
          <a:xfrm>
            <a:off x="7979675" y="1391214"/>
            <a:ext cx="1850125" cy="295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937" tIns="45972" rIns="91937" bIns="45972" anchor="ctr">
            <a:spAutoFit/>
          </a:bodyPr>
          <a:lstStyle>
            <a:lvl1pPr defTabSz="911225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1pPr>
            <a:lvl2pPr marL="742950" indent="-285750" defTabSz="911225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2pPr>
            <a:lvl3pPr marL="1143000" indent="-228600" defTabSz="911225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3pPr>
            <a:lvl4pPr marL="1600200" indent="-228600" defTabSz="911225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4pPr>
            <a:lvl5pPr marL="2057400" indent="-228600" defTabSz="911225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9pPr>
          </a:lstStyle>
          <a:p>
            <a:pPr defTabSz="842515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돋움" pitchFamily="34" charset="-127"/>
                <a:cs typeface="Arial" panose="020B0604020202020204" pitchFamily="34" charset="0"/>
              </a:rPr>
              <a:t> Loss reduction:</a:t>
            </a:r>
            <a:endParaRPr lang="ko-KR" altLang="en-US" sz="1200" b="1" dirty="0">
              <a:solidFill>
                <a:srgbClr val="000000"/>
              </a:solidFill>
              <a:latin typeface="Arial Narrow" panose="020B0606020202030204" pitchFamily="34" charset="0"/>
              <a:ea typeface="돋움" pitchFamily="50" charset="-127"/>
              <a:cs typeface="Arial" panose="020B0604020202020204" pitchFamily="34" charset="0"/>
            </a:endParaRPr>
          </a:p>
        </p:txBody>
      </p:sp>
      <p:grpSp>
        <p:nvGrpSpPr>
          <p:cNvPr id="105" name="Group 104"/>
          <p:cNvGrpSpPr/>
          <p:nvPr userDrawn="1"/>
        </p:nvGrpSpPr>
        <p:grpSpPr>
          <a:xfrm>
            <a:off x="4645027" y="102672"/>
            <a:ext cx="5262563" cy="354203"/>
            <a:chOff x="4645025" y="102670"/>
            <a:chExt cx="5262563" cy="354203"/>
          </a:xfrm>
        </p:grpSpPr>
        <p:sp>
          <p:nvSpPr>
            <p:cNvPr id="106" name="矩形 2"/>
            <p:cNvSpPr>
              <a:spLocks noChangeArrowheads="1"/>
            </p:cNvSpPr>
            <p:nvPr/>
          </p:nvSpPr>
          <p:spPr bwMode="auto">
            <a:xfrm>
              <a:off x="4645025" y="195263"/>
              <a:ext cx="5262563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맑은 고딕" panose="020B0503020000020004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34" charset="-127"/>
                </a:defRPr>
              </a:lvl9pPr>
            </a:lstStyle>
            <a:p>
              <a:pPr algn="r"/>
              <a:r>
                <a:rPr lang="zh-CN" altLang="en-US" sz="1100" b="1" dirty="0">
                  <a:solidFill>
                    <a:srgbClr val="000000"/>
                  </a:solidFill>
                  <a:latin typeface="Arial Narrow" panose="020B0606020202030204" pitchFamily="34" charset="0"/>
                  <a:ea typeface="宋体" panose="02010600030101010101" pitchFamily="2" charset="-122"/>
                  <a:cs typeface="Arial" panose="020B0604020202020204" pitchFamily="34" charset="0"/>
                  <a:sym typeface="Wingdings" panose="05000000000000000000" pitchFamily="2" charset="2"/>
                </a:rPr>
                <a:t> </a:t>
              </a:r>
              <a:r>
                <a:rPr lang="en-US" altLang="zh-CN" sz="1100" b="1" dirty="0">
                  <a:solidFill>
                    <a:srgbClr val="000000"/>
                  </a:solidFill>
                  <a:latin typeface="Arial Narrow" panose="020B0606020202030204" pitchFamily="34" charset="0"/>
                  <a:ea typeface="宋体" panose="02010600030101010101" pitchFamily="2" charset="-122"/>
                  <a:cs typeface="Arial" panose="020B0604020202020204" pitchFamily="34" charset="0"/>
                  <a:sym typeface="Wingdings 2" panose="05020102010507070707" pitchFamily="18" charset="2"/>
                </a:rPr>
                <a:t>Quick </a:t>
              </a:r>
              <a:r>
                <a:rPr lang="en-US" altLang="ko-KR" sz="1100" b="1" dirty="0">
                  <a:solidFill>
                    <a:srgbClr val="000000"/>
                  </a:solidFill>
                  <a:latin typeface="Arial Narrow" panose="020B0606020202030204" pitchFamily="34" charset="0"/>
                  <a:ea typeface="맑은 고딕" panose="020B0503020000020004" pitchFamily="34" charset="-127"/>
                  <a:cs typeface="Arial" panose="020B0604020202020204" pitchFamily="34" charset="0"/>
                  <a:sym typeface="Wingdings 2" panose="05020102010507070707" pitchFamily="18" charset="2"/>
                </a:rPr>
                <a:t>Improve</a:t>
              </a:r>
              <a:r>
                <a:rPr lang="en-US" altLang="zh-CN" sz="1100" b="1" dirty="0">
                  <a:solidFill>
                    <a:srgbClr val="000000"/>
                  </a:solidFill>
                  <a:latin typeface="Arial Narrow" panose="020B0606020202030204" pitchFamily="34" charset="0"/>
                  <a:ea typeface="宋体" panose="02010600030101010101" pitchFamily="2" charset="-122"/>
                  <a:cs typeface="Arial" panose="020B0604020202020204" pitchFamily="34" charset="0"/>
                  <a:sym typeface="Wingdings 2" panose="05020102010507070707" pitchFamily="18" charset="2"/>
                </a:rPr>
                <a:t>  </a:t>
              </a:r>
              <a:r>
                <a:rPr lang="zh-CN" altLang="en-US" sz="1100" b="1" dirty="0">
                  <a:solidFill>
                    <a:srgbClr val="000000"/>
                  </a:solidFill>
                  <a:latin typeface="Arial Narrow" panose="020B0606020202030204" pitchFamily="34" charset="0"/>
                  <a:ea typeface="宋体" panose="02010600030101010101" pitchFamily="2" charset="-122"/>
                  <a:cs typeface="Arial" panose="020B0604020202020204" pitchFamily="34" charset="0"/>
                  <a:sym typeface="Wingdings" panose="05000000000000000000" pitchFamily="2" charset="2"/>
                </a:rPr>
                <a:t></a:t>
              </a:r>
              <a:r>
                <a:rPr lang="en-US" altLang="zh-CN" sz="1100" b="1" dirty="0">
                  <a:solidFill>
                    <a:srgbClr val="000000"/>
                  </a:solidFill>
                  <a:latin typeface="Arial Narrow" panose="020B0606020202030204" pitchFamily="34" charset="0"/>
                  <a:ea typeface="宋体" panose="02010600030101010101" pitchFamily="2" charset="-122"/>
                  <a:cs typeface="Arial" panose="020B0604020202020204" pitchFamily="34" charset="0"/>
                  <a:sym typeface="Wingdings 2" panose="05020102010507070707" pitchFamily="18" charset="2"/>
                </a:rPr>
                <a:t> LCA/NCI  </a:t>
              </a:r>
              <a:r>
                <a:rPr lang="zh-CN" altLang="en-US" sz="1100" b="1" dirty="0">
                  <a:solidFill>
                    <a:srgbClr val="000000"/>
                  </a:solidFill>
                  <a:latin typeface="Arial Narrow" panose="020B0606020202030204" pitchFamily="34" charset="0"/>
                  <a:ea typeface="宋体" panose="02010600030101010101" pitchFamily="2" charset="-122"/>
                  <a:cs typeface="Arial" panose="020B0604020202020204" pitchFamily="34" charset="0"/>
                  <a:sym typeface="Wingdings" panose="05000000000000000000" pitchFamily="2" charset="2"/>
                </a:rPr>
                <a:t></a:t>
              </a:r>
              <a:r>
                <a:rPr lang="en-US" altLang="zh-CN" sz="1100" b="1" dirty="0">
                  <a:solidFill>
                    <a:srgbClr val="000000"/>
                  </a:solidFill>
                  <a:latin typeface="Arial Narrow" panose="020B0606020202030204" pitchFamily="34" charset="0"/>
                  <a:ea typeface="宋体" panose="02010600030101010101" pitchFamily="2" charset="-122"/>
                  <a:cs typeface="Arial" panose="020B0604020202020204" pitchFamily="34" charset="0"/>
                  <a:sym typeface="Wingdings 2" panose="05020102010507070707" pitchFamily="18" charset="2"/>
                </a:rPr>
                <a:t> Structure </a:t>
              </a:r>
              <a:r>
                <a:rPr lang="en-US" altLang="ko-KR" sz="1100" b="1" dirty="0">
                  <a:solidFill>
                    <a:srgbClr val="000000"/>
                  </a:solidFill>
                  <a:latin typeface="Arial Narrow" panose="020B0606020202030204" pitchFamily="34" charset="0"/>
                  <a:ea typeface="맑은 고딕" panose="020B0503020000020004" pitchFamily="34" charset="-127"/>
                  <a:cs typeface="Arial" panose="020B0604020202020204" pitchFamily="34" charset="0"/>
                  <a:sym typeface="Wingdings 2" panose="05020102010507070707" pitchFamily="18" charset="2"/>
                </a:rPr>
                <a:t>Improve</a:t>
              </a:r>
              <a:r>
                <a:rPr lang="en-US" altLang="zh-CN" sz="1100" b="1" dirty="0">
                  <a:solidFill>
                    <a:srgbClr val="000000"/>
                  </a:solidFill>
                  <a:latin typeface="Arial Narrow" panose="020B0606020202030204" pitchFamily="34" charset="0"/>
                  <a:ea typeface="宋体" panose="02010600030101010101" pitchFamily="2" charset="-122"/>
                  <a:cs typeface="Arial" panose="020B0604020202020204" pitchFamily="34" charset="0"/>
                  <a:sym typeface="Wingdings 2" panose="05020102010507070707" pitchFamily="18" charset="2"/>
                </a:rPr>
                <a:t> </a:t>
              </a:r>
              <a:r>
                <a:rPr lang="zh-CN" altLang="en-US" sz="1100" b="1" dirty="0">
                  <a:solidFill>
                    <a:srgbClr val="000000"/>
                  </a:solidFill>
                  <a:latin typeface="Arial Narrow" panose="020B0606020202030204" pitchFamily="34" charset="0"/>
                  <a:ea typeface="宋体" panose="02010600030101010101" pitchFamily="2" charset="-122"/>
                  <a:cs typeface="Arial" panose="020B0604020202020204" pitchFamily="34" charset="0"/>
                  <a:sym typeface="Wingdings" panose="05000000000000000000" pitchFamily="2" charset="2"/>
                </a:rPr>
                <a:t> </a:t>
              </a:r>
              <a:r>
                <a:rPr lang="en-US" altLang="ko-KR" sz="1100" b="1" dirty="0">
                  <a:solidFill>
                    <a:srgbClr val="000000"/>
                  </a:solidFill>
                  <a:latin typeface="Arial Narrow" panose="020B0606020202030204" pitchFamily="34" charset="0"/>
                  <a:ea typeface="맑은 고딕" panose="020B0503020000020004" pitchFamily="34" charset="-127"/>
                  <a:cs typeface="Arial" panose="020B0604020202020204" pitchFamily="34" charset="0"/>
                  <a:sym typeface="Wingdings 2" panose="05020102010507070707" pitchFamily="18" charset="2"/>
                </a:rPr>
                <a:t>F/Proof</a:t>
              </a:r>
              <a:r>
                <a:rPr lang="zh-CN" altLang="en-US" sz="1100" b="1" dirty="0">
                  <a:solidFill>
                    <a:srgbClr val="000000"/>
                  </a:solidFill>
                  <a:latin typeface="Arial Narrow" panose="020B0606020202030204" pitchFamily="34" charset="0"/>
                  <a:ea typeface="宋体" panose="02010600030101010101" pitchFamily="2" charset="-122"/>
                  <a:cs typeface="Arial" panose="020B0604020202020204" pitchFamily="34" charset="0"/>
                  <a:sym typeface="Wingdings 2" panose="05020102010507070707" pitchFamily="18" charset="2"/>
                </a:rPr>
                <a:t>    </a:t>
              </a:r>
              <a:r>
                <a:rPr lang="zh-CN" altLang="en-US" sz="1100" b="1" dirty="0">
                  <a:solidFill>
                    <a:srgbClr val="000000"/>
                  </a:solidFill>
                  <a:latin typeface="Arial Narrow" panose="020B0606020202030204" pitchFamily="34" charset="0"/>
                  <a:ea typeface="宋体" panose="02010600030101010101" pitchFamily="2" charset="-122"/>
                  <a:cs typeface="Arial" panose="020B0604020202020204" pitchFamily="34" charset="0"/>
                  <a:sym typeface="Wingdings" panose="05000000000000000000" pitchFamily="2" charset="2"/>
                </a:rPr>
                <a:t></a:t>
              </a:r>
              <a:r>
                <a:rPr lang="zh-CN" altLang="en-US" sz="1100" b="1" dirty="0">
                  <a:solidFill>
                    <a:srgbClr val="000000"/>
                  </a:solidFill>
                  <a:latin typeface="Arial Narrow" panose="020B0606020202030204" pitchFamily="34" charset="0"/>
                  <a:ea typeface="宋体" panose="02010600030101010101" pitchFamily="2" charset="-122"/>
                  <a:cs typeface="Arial" panose="020B0604020202020204" pitchFamily="34" charset="0"/>
                  <a:sym typeface="Wingdings 2" panose="05020102010507070707" pitchFamily="18" charset="2"/>
                </a:rPr>
                <a:t> </a:t>
              </a:r>
              <a:r>
                <a:rPr lang="en-US" altLang="zh-CN" sz="1100" b="1" dirty="0">
                  <a:solidFill>
                    <a:srgbClr val="000000"/>
                  </a:solidFill>
                  <a:latin typeface="Arial Narrow" panose="020B0606020202030204" pitchFamily="34" charset="0"/>
                  <a:ea typeface="宋体" panose="02010600030101010101" pitchFamily="2" charset="-122"/>
                  <a:cs typeface="Arial" panose="020B0604020202020204" pitchFamily="34" charset="0"/>
                  <a:sym typeface="Wingdings 2" panose="05020102010507070707" pitchFamily="18" charset="2"/>
                </a:rPr>
                <a:t>3S </a:t>
              </a:r>
              <a:r>
                <a:rPr lang="zh-CN" altLang="en-US" sz="1100" b="1" dirty="0">
                  <a:solidFill>
                    <a:srgbClr val="000000"/>
                  </a:solidFill>
                  <a:latin typeface="Arial Narrow" panose="020B0606020202030204" pitchFamily="34" charset="0"/>
                  <a:ea typeface="宋体" panose="02010600030101010101" pitchFamily="2" charset="-122"/>
                  <a:cs typeface="Arial" panose="020B0604020202020204" pitchFamily="34" charset="0"/>
                  <a:sym typeface="Wingdings" panose="05000000000000000000" pitchFamily="2" charset="2"/>
                </a:rPr>
                <a:t></a:t>
              </a:r>
              <a:r>
                <a:rPr lang="zh-CN" altLang="en-US" sz="1100" b="1" dirty="0">
                  <a:solidFill>
                    <a:srgbClr val="000000"/>
                  </a:solidFill>
                  <a:latin typeface="Arial Narrow" panose="020B0606020202030204" pitchFamily="34" charset="0"/>
                  <a:ea typeface="宋体" panose="02010600030101010101" pitchFamily="2" charset="-122"/>
                  <a:cs typeface="Arial" panose="020B0604020202020204" pitchFamily="34" charset="0"/>
                  <a:sym typeface="Wingdings 2" panose="05020102010507070707" pitchFamily="18" charset="2"/>
                </a:rPr>
                <a:t> </a:t>
              </a:r>
              <a:r>
                <a:rPr lang="en-US" altLang="zh-CN" sz="1100" b="1" dirty="0">
                  <a:solidFill>
                    <a:srgbClr val="000000"/>
                  </a:solidFill>
                  <a:latin typeface="Arial Narrow" panose="020B0606020202030204" pitchFamily="34" charset="0"/>
                  <a:ea typeface="宋体" panose="02010600030101010101" pitchFamily="2" charset="-122"/>
                  <a:cs typeface="Arial" panose="020B0604020202020204" pitchFamily="34" charset="0"/>
                  <a:sym typeface="Wingdings 2" panose="05020102010507070707" pitchFamily="18" charset="2"/>
                </a:rPr>
                <a:t>UPG</a:t>
              </a:r>
              <a:endParaRPr lang="zh-CN" altLang="en-US" sz="1100" b="1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7" name="矩形 2"/>
            <p:cNvSpPr>
              <a:spLocks noChangeArrowheads="1"/>
            </p:cNvSpPr>
            <p:nvPr/>
          </p:nvSpPr>
          <p:spPr bwMode="auto">
            <a:xfrm>
              <a:off x="8284368" y="102670"/>
              <a:ext cx="320675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맑은 고딕" panose="020B0503020000020004" pitchFamily="34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34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34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34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34" charset="-127"/>
                </a:defRPr>
              </a:lvl9pPr>
            </a:lstStyle>
            <a:p>
              <a:pPr algn="r"/>
              <a:r>
                <a:rPr lang="ko-KR" altLang="en-US" sz="1600" b="1" dirty="0">
                  <a:solidFill>
                    <a:srgbClr val="FF0000"/>
                  </a:solidFill>
                  <a:latin typeface="Arial Narrow" panose="020B0606020202030204" pitchFamily="34" charset="0"/>
                  <a:ea typeface="Arial Unicode MS" panose="020B0604020202020204" pitchFamily="34" charset="-128"/>
                  <a:cs typeface="Arial" panose="020B0604020202020204" pitchFamily="34" charset="0"/>
                </a:rPr>
                <a:t>√</a:t>
              </a:r>
              <a:endParaRPr lang="zh-CN" altLang="en-US" sz="1600" b="1" dirty="0">
                <a:solidFill>
                  <a:srgbClr val="FF0000"/>
                </a:solidFill>
                <a:latin typeface="Arial Narrow" panose="020B0606020202030204" pitchFamily="34" charset="0"/>
                <a:ea typeface="Arial Unicode MS" panose="020B060402020202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34" name="제목 8"/>
          <p:cNvSpPr txBox="1">
            <a:spLocks/>
          </p:cNvSpPr>
          <p:nvPr userDrawn="1"/>
        </p:nvSpPr>
        <p:spPr bwMode="auto">
          <a:xfrm>
            <a:off x="77788" y="102672"/>
            <a:ext cx="32303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Process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Loss Improvement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Sheet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5" name="Action Button: Return 13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FDC592F-3139-48C4-243D-A1596C4B6ED0}"/>
              </a:ext>
            </a:extLst>
          </p:cNvPr>
          <p:cNvSpPr/>
          <p:nvPr userDrawn="1"/>
        </p:nvSpPr>
        <p:spPr>
          <a:xfrm>
            <a:off x="9683476" y="6629794"/>
            <a:ext cx="219549" cy="220877"/>
          </a:xfrm>
          <a:prstGeom prst="actionButtonReturn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52" name="Text Box 13"/>
          <p:cNvSpPr txBox="1">
            <a:spLocks noChangeArrowheads="1"/>
          </p:cNvSpPr>
          <p:nvPr userDrawn="1"/>
        </p:nvSpPr>
        <p:spPr bwMode="auto">
          <a:xfrm>
            <a:off x="4015740" y="1389467"/>
            <a:ext cx="2174627" cy="295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937" tIns="45972" rIns="91937" bIns="45972" anchor="ctr">
            <a:spAutoFit/>
          </a:bodyPr>
          <a:lstStyle>
            <a:lvl1pPr defTabSz="911225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1pPr>
            <a:lvl2pPr marL="742950" indent="-285750" defTabSz="911225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2pPr>
            <a:lvl3pPr marL="1143000" indent="-228600" defTabSz="911225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3pPr>
            <a:lvl4pPr marL="1600200" indent="-228600" defTabSz="911225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4pPr>
            <a:lvl5pPr marL="2057400" indent="-228600" defTabSz="911225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돋움" pitchFamily="34" charset="-127"/>
                <a:cs typeface="Arial" panose="020B0604020202020204" pitchFamily="34" charset="0"/>
              </a:rPr>
              <a:t> Improvement Content</a:t>
            </a:r>
            <a:endParaRPr lang="ko-KR" altLang="en-US" sz="1200" b="1" dirty="0">
              <a:solidFill>
                <a:srgbClr val="000000"/>
              </a:solidFill>
              <a:latin typeface="Arial Narrow" panose="020B0606020202030204" pitchFamily="34" charset="0"/>
              <a:ea typeface="돋움" pitchFamily="34" charset="-127"/>
              <a:cs typeface="Arial" panose="020B0604020202020204" pitchFamily="34" charset="0"/>
            </a:endParaRPr>
          </a:p>
        </p:txBody>
      </p:sp>
      <p:sp>
        <p:nvSpPr>
          <p:cNvPr id="153" name="Text Box 13"/>
          <p:cNvSpPr txBox="1">
            <a:spLocks noChangeArrowheads="1"/>
          </p:cNvSpPr>
          <p:nvPr userDrawn="1"/>
        </p:nvSpPr>
        <p:spPr bwMode="auto">
          <a:xfrm>
            <a:off x="0" y="1389467"/>
            <a:ext cx="682601" cy="295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37" tIns="45972" rIns="91937" bIns="45972" anchor="ctr">
            <a:spAutoFit/>
          </a:bodyPr>
          <a:lstStyle>
            <a:lvl1pPr defTabSz="911225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1pPr>
            <a:lvl2pPr marL="742950" indent="-285750" defTabSz="911225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2pPr>
            <a:lvl3pPr marL="1143000" indent="-228600" defTabSz="911225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3pPr>
            <a:lvl4pPr marL="1600200" indent="-228600" defTabSz="911225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4pPr>
            <a:lvl5pPr marL="2057400" indent="-228600" defTabSz="911225"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34" charset="-127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altLang="ko-KR" sz="1200" b="1" dirty="0">
                <a:solidFill>
                  <a:srgbClr val="000000"/>
                </a:solidFill>
                <a:latin typeface="Arial Narrow" panose="020B0606020202030204" pitchFamily="34" charset="0"/>
                <a:ea typeface="돋움" pitchFamily="34" charset="-127"/>
                <a:cs typeface="Arial" panose="020B0604020202020204" pitchFamily="34" charset="0"/>
              </a:rPr>
              <a:t> Issue</a:t>
            </a:r>
            <a:endParaRPr lang="ko-KR" altLang="en-US" sz="1200" b="1" dirty="0">
              <a:solidFill>
                <a:srgbClr val="000000"/>
              </a:solidFill>
              <a:latin typeface="Arial Narrow" panose="020B0606020202030204" pitchFamily="34" charset="0"/>
              <a:ea typeface="돋움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520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192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</p:sldLayoutIdLst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roup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149753"/>
              </p:ext>
            </p:extLst>
          </p:nvPr>
        </p:nvGraphicFramePr>
        <p:xfrm>
          <a:off x="0" y="520406"/>
          <a:ext cx="9907590" cy="6337595"/>
        </p:xfrm>
        <a:graphic>
          <a:graphicData uri="http://schemas.openxmlformats.org/drawingml/2006/table">
            <a:tbl>
              <a:tblPr/>
              <a:tblGrid>
                <a:gridCol w="872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76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97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175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036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608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3734">
                <a:tc>
                  <a:txBody>
                    <a:bodyPr/>
                    <a:lstStyle/>
                    <a:p>
                      <a:pPr marL="0" marR="0" lvl="0" indent="0" algn="ctr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돋움" pitchFamily="50" charset="-127"/>
                          <a:cs typeface="Arial" panose="020B0604020202020204" pitchFamily="34" charset="0"/>
                        </a:rPr>
                        <a:t>Line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돋움" pitchFamily="50" charset="-127"/>
                        <a:cs typeface="Arial" panose="020B0604020202020204" pitchFamily="34" charset="0"/>
                      </a:endParaRPr>
                    </a:p>
                  </a:txBody>
                  <a:tcPr marL="50682" marR="50682" marT="45913" marB="459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돋움" pitchFamily="50" charset="-127"/>
                        <a:cs typeface="Arial" panose="020B0604020202020204" pitchFamily="34" charset="0"/>
                      </a:endParaRPr>
                    </a:p>
                  </a:txBody>
                  <a:tcPr marL="50682" marR="50682" marT="45913" marB="45913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돋움" pitchFamily="50" charset="-127"/>
                          <a:cs typeface="Arial" panose="020B0604020202020204" pitchFamily="34" charset="0"/>
                        </a:rPr>
                        <a:t>Section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돋움" pitchFamily="50" charset="-127"/>
                        <a:cs typeface="Arial" panose="020B0604020202020204" pitchFamily="34" charset="0"/>
                      </a:endParaRPr>
                    </a:p>
                  </a:txBody>
                  <a:tcPr marL="50682" marR="50682" marT="45913" marB="45913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돋움" pitchFamily="50" charset="-127"/>
                          <a:cs typeface="Arial" panose="020B0604020202020204" pitchFamily="34" charset="0"/>
                        </a:rPr>
                        <a:t>SMT</a:t>
                      </a:r>
                    </a:p>
                  </a:txBody>
                  <a:tcPr marL="50682" marR="50682" marT="45913" marB="45913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돋움" pitchFamily="50" charset="-127"/>
                          <a:cs typeface="Arial" panose="020B0604020202020204" pitchFamily="34" charset="0"/>
                        </a:rPr>
                        <a:t>Model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돋움" pitchFamily="50" charset="-127"/>
                        <a:cs typeface="Arial" panose="020B0604020202020204" pitchFamily="34" charset="0"/>
                      </a:endParaRPr>
                    </a:p>
                  </a:txBody>
                  <a:tcPr marL="50682" marR="50682" marT="45913" marB="45913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0" lang="ko-KR" alt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돋움" pitchFamily="50" charset="-127"/>
                        <a:cs typeface="Arial" panose="020B0604020202020204" pitchFamily="34" charset="0"/>
                      </a:endParaRPr>
                    </a:p>
                  </a:txBody>
                  <a:tcPr marL="50682" marR="50682" marT="45913" marB="45913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돋움" pitchFamily="50" charset="-127"/>
                          <a:cs typeface="Arial" panose="020B0604020202020204" pitchFamily="34" charset="0"/>
                        </a:rPr>
                        <a:t>Improve Team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돋움" pitchFamily="50" charset="-127"/>
                        <a:cs typeface="Arial" panose="020B0604020202020204" pitchFamily="34" charset="0"/>
                      </a:endParaRPr>
                    </a:p>
                  </a:txBody>
                  <a:tcPr marL="50682" marR="50682" marT="45913" marB="45913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돋움" pitchFamily="50" charset="-127"/>
                          <a:cs typeface="Arial" panose="020B0604020202020204" pitchFamily="34" charset="0"/>
                        </a:rPr>
                        <a:t>TPM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돋움" pitchFamily="50" charset="-127"/>
                        <a:cs typeface="Arial" panose="020B0604020202020204" pitchFamily="34" charset="0"/>
                      </a:endParaRPr>
                    </a:p>
                  </a:txBody>
                  <a:tcPr marL="50682" marR="50682" marT="45913" marB="45913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734">
                <a:tc>
                  <a:txBody>
                    <a:bodyPr/>
                    <a:lstStyle/>
                    <a:p>
                      <a:pPr marL="0" marR="0" lvl="0" indent="0" algn="ctr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돋움" pitchFamily="50" charset="-127"/>
                          <a:cs typeface="Arial" panose="020B0604020202020204" pitchFamily="34" charset="0"/>
                        </a:rPr>
                        <a:t>Process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돋움" pitchFamily="50" charset="-127"/>
                        <a:cs typeface="Arial" panose="020B0604020202020204" pitchFamily="34" charset="0"/>
                      </a:endParaRPr>
                    </a:p>
                  </a:txBody>
                  <a:tcPr marL="50682" marR="50682" marT="45913" marB="459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돋움" pitchFamily="50" charset="-127"/>
                          <a:cs typeface="Arial" panose="020B0604020202020204" pitchFamily="34" charset="0"/>
                        </a:rPr>
                        <a:t>Mounter</a:t>
                      </a:r>
                    </a:p>
                  </a:txBody>
                  <a:tcPr marL="50682" marR="50682" marT="45913" marB="45913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돋움" pitchFamily="50" charset="-127"/>
                          <a:cs typeface="Arial" panose="020B0604020202020204" pitchFamily="34" charset="0"/>
                        </a:rPr>
                        <a:t>PIC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돋움" pitchFamily="50" charset="-127"/>
                        <a:cs typeface="Arial" panose="020B0604020202020204" pitchFamily="34" charset="0"/>
                      </a:endParaRPr>
                    </a:p>
                  </a:txBody>
                  <a:tcPr marL="50682" marR="50682" marT="45913" marB="45913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돋움" pitchFamily="50" charset="-127"/>
                        <a:cs typeface="Arial" panose="020B0604020202020204" pitchFamily="34" charset="0"/>
                      </a:endParaRPr>
                    </a:p>
                  </a:txBody>
                  <a:tcPr marL="50682" marR="50682" marT="45913" marB="45913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돋움" pitchFamily="50" charset="-127"/>
                          <a:cs typeface="Arial" panose="020B0604020202020204" pitchFamily="34" charset="0"/>
                        </a:rPr>
                        <a:t>Date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돋움" pitchFamily="50" charset="-127"/>
                        <a:cs typeface="Arial" panose="020B0604020202020204" pitchFamily="34" charset="0"/>
                      </a:endParaRPr>
                    </a:p>
                  </a:txBody>
                  <a:tcPr marL="50682" marR="50682" marT="45913" marB="45913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돋움" pitchFamily="50" charset="-127"/>
                        <a:cs typeface="Arial" panose="020B0604020202020204" pitchFamily="34" charset="0"/>
                      </a:endParaRPr>
                    </a:p>
                  </a:txBody>
                  <a:tcPr marL="50682" marR="50682" marT="45913" marB="45913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734">
                <a:tc gridSpan="4">
                  <a:txBody>
                    <a:bodyPr/>
                    <a:lstStyle/>
                    <a:p>
                      <a:pPr marL="0" marR="0" lvl="0" indent="0" algn="ctr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돋움" pitchFamily="50" charset="-127"/>
                          <a:cs typeface="Arial" panose="020B0604020202020204" pitchFamily="34" charset="0"/>
                        </a:rPr>
                        <a:t>Before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돋움" pitchFamily="50" charset="-127"/>
                        <a:cs typeface="Arial" panose="020B0604020202020204" pitchFamily="34" charset="0"/>
                      </a:endParaRPr>
                    </a:p>
                  </a:txBody>
                  <a:tcPr marL="50682" marR="50682" marT="45913" marB="459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돋움" pitchFamily="50" charset="-127"/>
                          <a:cs typeface="Arial" panose="020B0604020202020204" pitchFamily="34" charset="0"/>
                        </a:rPr>
                        <a:t>After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돋움" pitchFamily="50" charset="-127"/>
                        <a:cs typeface="Arial" panose="020B0604020202020204" pitchFamily="34" charset="0"/>
                      </a:endParaRPr>
                    </a:p>
                  </a:txBody>
                  <a:tcPr marL="50682" marR="50682" marT="45913" marB="45913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돋움" pitchFamily="50" charset="-127"/>
                          <a:cs typeface="Arial" panose="020B0604020202020204" pitchFamily="34" charset="0"/>
                        </a:rPr>
                        <a:t>Effect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돋움" pitchFamily="50" charset="-127"/>
                        <a:cs typeface="Arial" panose="020B0604020202020204" pitchFamily="34" charset="0"/>
                      </a:endParaRPr>
                    </a:p>
                  </a:txBody>
                  <a:tcPr marL="50682" marR="50682" marT="45913" marB="45913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6393">
                <a:tc gridSpan="4">
                  <a:txBody>
                    <a:bodyPr/>
                    <a:lstStyle/>
                    <a:p>
                      <a:pPr marL="0" marR="0" lvl="0" indent="0" algn="l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lang="en-US" altLang="zh-CN" sz="1100" kern="120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돋움" pitchFamily="50" charset="-127"/>
                        <a:cs typeface="Arial" panose="020B0604020202020204" pitchFamily="34" charset="0"/>
                      </a:endParaRPr>
                    </a:p>
                  </a:txBody>
                  <a:tcPr marL="50682" marR="50682" marT="45913" marB="459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vi-VN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itchFamily="34" charset="-127"/>
                        <a:cs typeface="Arial" panose="020B0604020202020204" pitchFamily="34" charset="0"/>
                      </a:endParaRPr>
                    </a:p>
                  </a:txBody>
                  <a:tcPr marL="50682" marR="50682" marT="45913" marB="45913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l"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l"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l"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l"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l"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03288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itchFamily="34" charset="-127"/>
                        <a:cs typeface="Arial" panose="020B0604020202020204" pitchFamily="34" charset="0"/>
                      </a:endParaRPr>
                    </a:p>
                  </a:txBody>
                  <a:tcPr marL="50682" marR="50682" marT="45913" marB="45913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6" name="TextBox 3">
            <a:extLst>
              <a:ext uri="{FF2B5EF4-FFF2-40B4-BE49-F238E27FC236}">
                <a16:creationId xmlns:a16="http://schemas.microsoft.com/office/drawing/2014/main" id="{56FED9C2-9084-B3B8-5531-AE64DD5C2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079" y="3693299"/>
            <a:ext cx="4764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9pPr>
          </a:lstStyle>
          <a:p>
            <a:r>
              <a:rPr lang="en-US" altLang="en-US" sz="800" i="1" dirty="0">
                <a:latin typeface="Arial Narrow" panose="020B0606020202030204" pitchFamily="34" charset="0"/>
                <a:cs typeface="Arial" panose="020B0604020202020204" pitchFamily="34" charset="0"/>
              </a:rPr>
              <a:t>Unit: </a:t>
            </a:r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ea</a:t>
            </a:r>
            <a:endParaRPr lang="en-US" altLang="en-US" sz="800" i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Box 8">
            <a:extLst>
              <a:ext uri="{FF2B5EF4-FFF2-40B4-BE49-F238E27FC236}">
                <a16:creationId xmlns:a16="http://schemas.microsoft.com/office/drawing/2014/main" id="{B15DA8D7-A562-6717-6761-A16508520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2069" y="4595740"/>
            <a:ext cx="50206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000" b="1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Arial" pitchFamily="34" charset="0"/>
              </a:rPr>
              <a:t>58,560</a:t>
            </a:r>
            <a:endParaRPr lang="zh-CN" altLang="en-US" sz="1000" b="1" dirty="0">
              <a:solidFill>
                <a:srgbClr val="000000"/>
              </a:solidFill>
              <a:latin typeface="Arial Narrow" panose="020B0606020202030204" pitchFamily="34" charset="0"/>
              <a:ea typeface="宋体" panose="02010600030101010101" pitchFamily="2" charset="-122"/>
              <a:cs typeface="Arial" pitchFamily="34" charset="0"/>
            </a:endParaRPr>
          </a:p>
        </p:txBody>
      </p:sp>
      <p:cxnSp>
        <p:nvCxnSpPr>
          <p:cNvPr id="82" name="直接连接符 439">
            <a:extLst>
              <a:ext uri="{FF2B5EF4-FFF2-40B4-BE49-F238E27FC236}">
                <a16:creationId xmlns:a16="http://schemas.microsoft.com/office/drawing/2014/main" id="{9DDE6EE8-BBB3-5CE5-927A-362CFC60F40F}"/>
              </a:ext>
            </a:extLst>
          </p:cNvPr>
          <p:cNvCxnSpPr/>
          <p:nvPr/>
        </p:nvCxnSpPr>
        <p:spPr>
          <a:xfrm>
            <a:off x="8080254" y="5571469"/>
            <a:ext cx="17584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231">
            <a:extLst>
              <a:ext uri="{FF2B5EF4-FFF2-40B4-BE49-F238E27FC236}">
                <a16:creationId xmlns:a16="http://schemas.microsoft.com/office/drawing/2014/main" id="{606EB2A6-929B-7C02-48E1-8634FB649D7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768719" y="4049690"/>
            <a:ext cx="353344" cy="0"/>
          </a:xfrm>
          <a:prstGeom prst="line">
            <a:avLst/>
          </a:prstGeom>
          <a:noFill/>
          <a:ln w="9525" algn="ctr">
            <a:solidFill>
              <a:srgbClr val="7F7F7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" name="矩形 437">
            <a:extLst>
              <a:ext uri="{FF2B5EF4-FFF2-40B4-BE49-F238E27FC236}">
                <a16:creationId xmlns:a16="http://schemas.microsoft.com/office/drawing/2014/main" id="{A43F1E02-DAC3-D2E9-10A9-D7F7B1E20A19}"/>
              </a:ext>
            </a:extLst>
          </p:cNvPr>
          <p:cNvSpPr>
            <a:spLocks/>
          </p:cNvSpPr>
          <p:nvPr/>
        </p:nvSpPr>
        <p:spPr>
          <a:xfrm>
            <a:off x="9122063" y="4843369"/>
            <a:ext cx="462068" cy="73197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Arial Narrow" panose="020B0606020202030204" pitchFamily="34" charset="0"/>
              <a:ea typeface="돋움" pitchFamily="50" charset="-127"/>
              <a:cs typeface="Arial" panose="020B0604020202020204" pitchFamily="34" charset="0"/>
            </a:endParaRPr>
          </a:p>
        </p:txBody>
      </p:sp>
      <p:cxnSp>
        <p:nvCxnSpPr>
          <p:cNvPr id="87" name="Straight Arrow Connector 86"/>
          <p:cNvCxnSpPr/>
          <p:nvPr/>
        </p:nvCxnSpPr>
        <p:spPr>
          <a:xfrm>
            <a:off x="9122063" y="4049690"/>
            <a:ext cx="0" cy="78980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437">
            <a:extLst>
              <a:ext uri="{FF2B5EF4-FFF2-40B4-BE49-F238E27FC236}">
                <a16:creationId xmlns:a16="http://schemas.microsoft.com/office/drawing/2014/main" id="{A43F1E02-DAC3-D2E9-10A9-D7F7B1E20A19}"/>
              </a:ext>
            </a:extLst>
          </p:cNvPr>
          <p:cNvSpPr>
            <a:spLocks/>
          </p:cNvSpPr>
          <p:nvPr/>
        </p:nvSpPr>
        <p:spPr>
          <a:xfrm>
            <a:off x="8308937" y="4052380"/>
            <a:ext cx="462068" cy="151521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b="1">
              <a:solidFill>
                <a:srgbClr val="000000"/>
              </a:solidFill>
              <a:latin typeface="Arial Narrow" panose="020B0606020202030204" pitchFamily="34" charset="0"/>
              <a:ea typeface="돋움" pitchFamily="50" charset="-127"/>
              <a:cs typeface="Arial" panose="020B0604020202020204" pitchFamily="34" charset="0"/>
            </a:endParaRPr>
          </a:p>
        </p:txBody>
      </p:sp>
      <p:sp>
        <p:nvSpPr>
          <p:cNvPr id="95" name="TextBox 8">
            <a:extLst>
              <a:ext uri="{FF2B5EF4-FFF2-40B4-BE49-F238E27FC236}">
                <a16:creationId xmlns:a16="http://schemas.microsoft.com/office/drawing/2014/main" id="{B15DA8D7-A562-6717-6761-A16508520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8950" y="3800228"/>
            <a:ext cx="55976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000" b="1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Arial" pitchFamily="34" charset="0"/>
              </a:rPr>
              <a:t>137,260</a:t>
            </a:r>
            <a:endParaRPr lang="zh-CN" altLang="en-US" sz="1000" b="1" dirty="0">
              <a:solidFill>
                <a:srgbClr val="000000"/>
              </a:solidFill>
              <a:latin typeface="Arial Narrow" panose="020B0606020202030204" pitchFamily="34" charset="0"/>
              <a:ea typeface="宋体" panose="02010600030101010101" pitchFamily="2" charset="-122"/>
              <a:cs typeface="Arial" pitchFamily="34" charset="0"/>
            </a:endParaRPr>
          </a:p>
        </p:txBody>
      </p:sp>
      <p:sp>
        <p:nvSpPr>
          <p:cNvPr id="101" name="TextBox 8">
            <a:extLst>
              <a:ext uri="{FF2B5EF4-FFF2-40B4-BE49-F238E27FC236}">
                <a16:creationId xmlns:a16="http://schemas.microsoft.com/office/drawing/2014/main" id="{B15DA8D7-A562-6717-6761-A16508520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5787" y="3807347"/>
            <a:ext cx="45717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000" b="1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Arial" pitchFamily="34" charset="0"/>
              </a:rPr>
              <a:t>↓58%</a:t>
            </a:r>
            <a:endParaRPr lang="zh-CN" altLang="en-US" sz="1000" b="1" dirty="0">
              <a:solidFill>
                <a:srgbClr val="000000"/>
              </a:solidFill>
              <a:latin typeface="Arial Narrow" panose="020B0606020202030204" pitchFamily="34" charset="0"/>
              <a:ea typeface="宋体" panose="02010600030101010101" pitchFamily="2" charset="-122"/>
              <a:cs typeface="Arial" pitchFamily="34" charset="0"/>
            </a:endParaRPr>
          </a:p>
        </p:txBody>
      </p:sp>
      <p:cxnSp>
        <p:nvCxnSpPr>
          <p:cNvPr id="115" name="Straight Arrow Connector 122">
            <a:extLst>
              <a:ext uri="{FF2B5EF4-FFF2-40B4-BE49-F238E27FC236}">
                <a16:creationId xmlns:a16="http://schemas.microsoft.com/office/drawing/2014/main" id="{D227EDE4-2E64-7177-D674-17F29D7E11B7}"/>
              </a:ext>
            </a:extLst>
          </p:cNvPr>
          <p:cNvCxnSpPr>
            <a:cxnSpLocks/>
          </p:cNvCxnSpPr>
          <p:nvPr/>
        </p:nvCxnSpPr>
        <p:spPr>
          <a:xfrm>
            <a:off x="8239549" y="6025682"/>
            <a:ext cx="16500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Oval 123">
            <a:extLst>
              <a:ext uri="{FF2B5EF4-FFF2-40B4-BE49-F238E27FC236}">
                <a16:creationId xmlns:a16="http://schemas.microsoft.com/office/drawing/2014/main" id="{F8F191B0-534E-C015-2FDE-BFF2ABE57FF8}"/>
              </a:ext>
            </a:extLst>
          </p:cNvPr>
          <p:cNvSpPr/>
          <p:nvPr/>
        </p:nvSpPr>
        <p:spPr>
          <a:xfrm>
            <a:off x="8168867" y="5964722"/>
            <a:ext cx="108000" cy="108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굴림"/>
            </a:endParaRPr>
          </a:p>
        </p:txBody>
      </p:sp>
      <p:sp>
        <p:nvSpPr>
          <p:cNvPr id="117" name="Oval 124">
            <a:extLst>
              <a:ext uri="{FF2B5EF4-FFF2-40B4-BE49-F238E27FC236}">
                <a16:creationId xmlns:a16="http://schemas.microsoft.com/office/drawing/2014/main" id="{EDE9085F-4913-E810-E3DD-F4C36C3FF67D}"/>
              </a:ext>
            </a:extLst>
          </p:cNvPr>
          <p:cNvSpPr/>
          <p:nvPr/>
        </p:nvSpPr>
        <p:spPr>
          <a:xfrm>
            <a:off x="9104595" y="5972704"/>
            <a:ext cx="108000" cy="108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굴림"/>
            </a:endParaRPr>
          </a:p>
        </p:txBody>
      </p:sp>
      <p:sp>
        <p:nvSpPr>
          <p:cNvPr id="119" name="Oval 128">
            <a:extLst>
              <a:ext uri="{FF2B5EF4-FFF2-40B4-BE49-F238E27FC236}">
                <a16:creationId xmlns:a16="http://schemas.microsoft.com/office/drawing/2014/main" id="{3C10EB68-9DC2-A840-5111-66669D67EDB5}"/>
              </a:ext>
            </a:extLst>
          </p:cNvPr>
          <p:cNvSpPr/>
          <p:nvPr/>
        </p:nvSpPr>
        <p:spPr>
          <a:xfrm>
            <a:off x="9606644" y="5969042"/>
            <a:ext cx="108000" cy="10800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굴림"/>
            </a:endParaRPr>
          </a:p>
        </p:txBody>
      </p:sp>
      <p:sp>
        <p:nvSpPr>
          <p:cNvPr id="120" name="Text Box 5">
            <a:extLst>
              <a:ext uri="{FF2B5EF4-FFF2-40B4-BE49-F238E27FC236}">
                <a16:creationId xmlns:a16="http://schemas.microsoft.com/office/drawing/2014/main" id="{BE0640F9-CD25-0BCF-C990-338FAF6D6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1102" y="6083329"/>
            <a:ext cx="406119" cy="373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" tIns="47895" rIns="9144" bIns="47895">
            <a:spAutoFit/>
          </a:bodyPr>
          <a:lstStyle/>
          <a:p>
            <a:pPr marL="0" marR="0" lvl="0" indent="0" algn="ctr" defTabSz="95726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Arial" pitchFamily="34" charset="0"/>
              </a:rPr>
              <a:t>Making</a:t>
            </a:r>
          </a:p>
          <a:p>
            <a:pPr marL="0" marR="0" lvl="0" indent="0" algn="ctr" defTabSz="95726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Arial" pitchFamily="34" charset="0"/>
              </a:rPr>
              <a:t>concept</a:t>
            </a:r>
          </a:p>
        </p:txBody>
      </p:sp>
      <p:sp>
        <p:nvSpPr>
          <p:cNvPr id="121" name="Text Box 5">
            <a:extLst>
              <a:ext uri="{FF2B5EF4-FFF2-40B4-BE49-F238E27FC236}">
                <a16:creationId xmlns:a16="http://schemas.microsoft.com/office/drawing/2014/main" id="{49582CB8-DCA7-CA7C-BA65-1F39D58C7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155" y="6083329"/>
            <a:ext cx="407147" cy="512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" tIns="47895" rIns="9144" bIns="47895">
            <a:spAutoFit/>
          </a:bodyPr>
          <a:lstStyle/>
          <a:p>
            <a:pPr marL="0" marR="0" lvl="0" indent="0" algn="ctr" defTabSz="95726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Arial" pitchFamily="34" charset="0"/>
              </a:rPr>
              <a:t>Sample</a:t>
            </a:r>
          </a:p>
          <a:p>
            <a:pPr marL="0" marR="0" lvl="0" indent="0" algn="ctr" defTabSz="95726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Arial" pitchFamily="34" charset="0"/>
              </a:rPr>
              <a:t>Test</a:t>
            </a:r>
          </a:p>
          <a:p>
            <a:pPr marL="0" marR="0" lvl="0" indent="0" algn="ctr" defTabSz="95726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itchFamily="34" charset="0"/>
              </a:rPr>
              <a:t>Line 7,8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123" name="Oval 121">
            <a:extLst>
              <a:ext uri="{FF2B5EF4-FFF2-40B4-BE49-F238E27FC236}">
                <a16:creationId xmlns:a16="http://schemas.microsoft.com/office/drawing/2014/main" id="{6305A9F7-D19B-8D20-4D1F-ED66112D72FE}"/>
              </a:ext>
            </a:extLst>
          </p:cNvPr>
          <p:cNvSpPr/>
          <p:nvPr/>
        </p:nvSpPr>
        <p:spPr>
          <a:xfrm>
            <a:off x="8641536" y="5972704"/>
            <a:ext cx="108000" cy="108000"/>
          </a:xfrm>
          <a:prstGeom prst="ellipse">
            <a:avLst/>
          </a:prstGeom>
          <a:solidFill>
            <a:srgbClr val="00B0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굴림"/>
            </a:endParaRPr>
          </a:p>
        </p:txBody>
      </p:sp>
      <p:sp>
        <p:nvSpPr>
          <p:cNvPr id="124" name="Text Box 5">
            <a:extLst>
              <a:ext uri="{FF2B5EF4-FFF2-40B4-BE49-F238E27FC236}">
                <a16:creationId xmlns:a16="http://schemas.microsoft.com/office/drawing/2014/main" id="{486BC87B-C500-F2E3-189B-4C2DDEDB1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5213" y="6083329"/>
            <a:ext cx="423594" cy="512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" tIns="47895" rIns="9144" bIns="47895">
            <a:spAutoFit/>
          </a:bodyPr>
          <a:lstStyle/>
          <a:p>
            <a:pPr lvl="0" algn="ctr" defTabSz="957263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itchFamily="34" charset="0"/>
              </a:rPr>
              <a:t>Sample</a:t>
            </a:r>
          </a:p>
          <a:p>
            <a:pPr lvl="0" algn="ctr" defTabSz="957263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itchFamily="34" charset="0"/>
              </a:rPr>
              <a:t>Test </a:t>
            </a:r>
          </a:p>
          <a:p>
            <a:pPr lvl="0" algn="ctr" defTabSz="957263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itchFamily="34" charset="0"/>
              </a:rPr>
              <a:t>Line 6</a:t>
            </a:r>
          </a:p>
        </p:txBody>
      </p:sp>
      <p:sp>
        <p:nvSpPr>
          <p:cNvPr id="125" name="Text Box 5">
            <a:extLst>
              <a:ext uri="{FF2B5EF4-FFF2-40B4-BE49-F238E27FC236}">
                <a16:creationId xmlns:a16="http://schemas.microsoft.com/office/drawing/2014/main" id="{757E0890-EC31-BBF5-2C84-0FA02AB83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7680" y="6092792"/>
            <a:ext cx="461923" cy="512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" tIns="47895" rIns="9144" bIns="47895">
            <a:spAutoFit/>
          </a:bodyPr>
          <a:lstStyle/>
          <a:p>
            <a:pPr marL="0" marR="0" lvl="0" indent="0" algn="ctr" defTabSz="95726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Arial" pitchFamily="34" charset="0"/>
              </a:rPr>
              <a:t>Monitor &amp;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Arial" pitchFamily="34" charset="0"/>
            </a:endParaRPr>
          </a:p>
          <a:p>
            <a:pPr marL="0" marR="0" lvl="0" indent="0" algn="ctr" defTabSz="95726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Arial" pitchFamily="34" charset="0"/>
              </a:rPr>
              <a:t>Apply</a:t>
            </a:r>
          </a:p>
          <a:p>
            <a:pPr marL="0" marR="0" lvl="0" indent="0" algn="ctr" defTabSz="95726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itchFamily="34" charset="0"/>
              </a:rPr>
              <a:t>All line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126" name="Text Box 5">
            <a:extLst>
              <a:ext uri="{FF2B5EF4-FFF2-40B4-BE49-F238E27FC236}">
                <a16:creationId xmlns:a16="http://schemas.microsoft.com/office/drawing/2014/main" id="{4C0F586C-5297-18FF-AD52-DD00857A2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9111" y="5747435"/>
            <a:ext cx="321053" cy="23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" tIns="47895" rIns="9144" bIns="47895">
            <a:spAutoFit/>
          </a:bodyPr>
          <a:lstStyle/>
          <a:p>
            <a:pPr marL="0" marR="0" lvl="0" indent="0" algn="ctr" defTabSz="95726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kern="1200" noProof="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itchFamily="34" charset="0"/>
              </a:rPr>
              <a:t>20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Arial" pitchFamily="34" charset="0"/>
              </a:rPr>
              <a:t>.Nov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127" name="Text Box 5">
            <a:extLst>
              <a:ext uri="{FF2B5EF4-FFF2-40B4-BE49-F238E27FC236}">
                <a16:creationId xmlns:a16="http://schemas.microsoft.com/office/drawing/2014/main" id="{4C0F586C-5297-18FF-AD52-DD00857A2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5009" y="5747757"/>
            <a:ext cx="321053" cy="23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" tIns="47895" rIns="9144" bIns="47895">
            <a:spAutoFit/>
          </a:bodyPr>
          <a:lstStyle/>
          <a:p>
            <a:pPr marL="0" marR="0" lvl="0" indent="0" algn="ctr" defTabSz="95726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itchFamily="34" charset="0"/>
              </a:rPr>
              <a:t>10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Arial" pitchFamily="34" charset="0"/>
              </a:rPr>
              <a:t>.Dec</a:t>
            </a:r>
          </a:p>
        </p:txBody>
      </p:sp>
      <p:sp>
        <p:nvSpPr>
          <p:cNvPr id="128" name="Text Box 5">
            <a:extLst>
              <a:ext uri="{FF2B5EF4-FFF2-40B4-BE49-F238E27FC236}">
                <a16:creationId xmlns:a16="http://schemas.microsoft.com/office/drawing/2014/main" id="{4C0F586C-5297-18FF-AD52-DD00857A2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0411" y="5754077"/>
            <a:ext cx="321053" cy="23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" tIns="47895" rIns="9144" bIns="47895">
            <a:spAutoFit/>
          </a:bodyPr>
          <a:lstStyle/>
          <a:p>
            <a:pPr marL="0" marR="0" lvl="0" indent="0" algn="ctr" defTabSz="95726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kern="1200">
                <a:solidFill>
                  <a:prstClr val="black"/>
                </a:solidFill>
                <a:latin typeface="Arial Narrow" panose="020B0606020202030204" pitchFamily="34" charset="0"/>
                <a:ea typeface="LG Smart_H Regular" panose="020B0600000101010101" pitchFamily="34" charset="-127"/>
                <a:cs typeface="Arial" pitchFamily="34" charset="0"/>
              </a:rPr>
              <a:t>12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Arial" pitchFamily="34" charset="0"/>
              </a:rPr>
              <a:t>.Jan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Arial" pitchFamily="34" charset="0"/>
            </a:endParaRPr>
          </a:p>
        </p:txBody>
      </p:sp>
      <p:sp>
        <p:nvSpPr>
          <p:cNvPr id="130" name="Text Box 5">
            <a:extLst>
              <a:ext uri="{FF2B5EF4-FFF2-40B4-BE49-F238E27FC236}">
                <a16:creationId xmlns:a16="http://schemas.microsoft.com/office/drawing/2014/main" id="{4C0F586C-5297-18FF-AD52-DD00857A2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8106" y="5754076"/>
            <a:ext cx="321053" cy="23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" tIns="47895" rIns="9144" bIns="47895">
            <a:spAutoFit/>
          </a:bodyPr>
          <a:lstStyle/>
          <a:p>
            <a:pPr marL="0" marR="0" lvl="0" indent="0" algn="ctr" defTabSz="95726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 Smart_H Regular" panose="020B0600000101010101" pitchFamily="34" charset="-127"/>
                <a:cs typeface="Arial" pitchFamily="34" charset="0"/>
              </a:rPr>
              <a:t>Feb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168551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84027</TotalTime>
  <Words>48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Wingdings</vt:lpstr>
      <vt:lpstr>디자인 사용자 지정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pham duc trung</cp:lastModifiedBy>
  <cp:revision>5387</cp:revision>
  <dcterms:created xsi:type="dcterms:W3CDTF">2019-03-25T10:38:44Z</dcterms:created>
  <dcterms:modified xsi:type="dcterms:W3CDTF">2026-08-16T01:44:31Z</dcterms:modified>
</cp:coreProperties>
</file>